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lacial Indifference" charset="1" panose="00000000000000000000"/>
      <p:regular r:id="rId16"/>
    </p:embeddedFont>
    <p:embeddedFont>
      <p:font typeface="Chau Philomene" charset="1" panose="02000806040000020003"/>
      <p:regular r:id="rId17"/>
    </p:embeddedFont>
    <p:embeddedFont>
      <p:font typeface="Glacial Indifference Bold" charset="1" panose="00000800000000000000"/>
      <p:regular r:id="rId18"/>
    </p:embeddedFont>
    <p:embeddedFont>
      <p:font typeface="Chau Philomene Italics" charset="1" panose="020008060400000200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jpeg" Type="http://schemas.openxmlformats.org/officeDocument/2006/relationships/image"/><Relationship Id="rId5" Target="../media/image16.png" Type="http://schemas.openxmlformats.org/officeDocument/2006/relationships/image"/><Relationship Id="rId6" Target="../media/image1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56138" y="5833292"/>
            <a:ext cx="5382034" cy="5382034"/>
          </a:xfrm>
          <a:custGeom>
            <a:avLst/>
            <a:gdLst/>
            <a:ahLst/>
            <a:cxnLst/>
            <a:rect r="r" b="b" t="t" l="l"/>
            <a:pathLst>
              <a:path h="5382034" w="5382034">
                <a:moveTo>
                  <a:pt x="0" y="0"/>
                </a:moveTo>
                <a:lnTo>
                  <a:pt x="5382033" y="0"/>
                </a:lnTo>
                <a:lnTo>
                  <a:pt x="5382033" y="5382034"/>
                </a:lnTo>
                <a:lnTo>
                  <a:pt x="0" y="5382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93417" y="1762691"/>
            <a:ext cx="11101165" cy="6761619"/>
          </a:xfrm>
          <a:custGeom>
            <a:avLst/>
            <a:gdLst/>
            <a:ahLst/>
            <a:cxnLst/>
            <a:rect r="r" b="b" t="t" l="l"/>
            <a:pathLst>
              <a:path h="6761619" w="11101165">
                <a:moveTo>
                  <a:pt x="0" y="0"/>
                </a:moveTo>
                <a:lnTo>
                  <a:pt x="11101166" y="0"/>
                </a:lnTo>
                <a:lnTo>
                  <a:pt x="11101166" y="6761618"/>
                </a:lnTo>
                <a:lnTo>
                  <a:pt x="0" y="67616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42010" y="2567845"/>
            <a:ext cx="3105144" cy="3265448"/>
          </a:xfrm>
          <a:custGeom>
            <a:avLst/>
            <a:gdLst/>
            <a:ahLst/>
            <a:cxnLst/>
            <a:rect r="r" b="b" t="t" l="l"/>
            <a:pathLst>
              <a:path h="3265448" w="3105144">
                <a:moveTo>
                  <a:pt x="0" y="0"/>
                </a:moveTo>
                <a:lnTo>
                  <a:pt x="3105145" y="0"/>
                </a:lnTo>
                <a:lnTo>
                  <a:pt x="3105145" y="3265447"/>
                </a:lnTo>
                <a:lnTo>
                  <a:pt x="0" y="32654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33705">
            <a:off x="665917" y="1248933"/>
            <a:ext cx="2520315" cy="4114800"/>
          </a:xfrm>
          <a:custGeom>
            <a:avLst/>
            <a:gdLst/>
            <a:ahLst/>
            <a:cxnLst/>
            <a:rect r="r" b="b" t="t" l="l"/>
            <a:pathLst>
              <a:path h="4114800" w="2520315">
                <a:moveTo>
                  <a:pt x="0" y="0"/>
                </a:moveTo>
                <a:lnTo>
                  <a:pt x="2520315" y="0"/>
                </a:lnTo>
                <a:lnTo>
                  <a:pt x="25203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19575" y="-1288142"/>
            <a:ext cx="3455160" cy="6101665"/>
          </a:xfrm>
          <a:custGeom>
            <a:avLst/>
            <a:gdLst/>
            <a:ahLst/>
            <a:cxnLst/>
            <a:rect r="r" b="b" t="t" l="l"/>
            <a:pathLst>
              <a:path h="6101665" w="3455160">
                <a:moveTo>
                  <a:pt x="0" y="0"/>
                </a:moveTo>
                <a:lnTo>
                  <a:pt x="3455159" y="0"/>
                </a:lnTo>
                <a:lnTo>
                  <a:pt x="3455159" y="6101665"/>
                </a:lnTo>
                <a:lnTo>
                  <a:pt x="0" y="610166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62204" y="6319184"/>
            <a:ext cx="6163592" cy="1067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9"/>
              </a:lnSpc>
            </a:pPr>
            <a:r>
              <a:rPr lang="en-US" sz="3999" spc="1587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Site web preparatório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02713" y="2867397"/>
            <a:ext cx="9882573" cy="358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33"/>
              </a:lnSpc>
            </a:pPr>
            <a:r>
              <a:rPr lang="en-US" sz="13430">
                <a:solidFill>
                  <a:srgbClr val="1D364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PRIMEIRO LANCE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6783" y="7729386"/>
            <a:ext cx="9174435" cy="339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8"/>
              </a:lnSpc>
            </a:pPr>
            <a:r>
              <a:rPr lang="en-US" b="true" sz="2800" spc="36">
                <a:solidFill>
                  <a:srgbClr val="1D364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Adrian Morales, Antonio Miguel, João Vitor Gomes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9607" y="-1938591"/>
            <a:ext cx="9814583" cy="8980344"/>
          </a:xfrm>
          <a:custGeom>
            <a:avLst/>
            <a:gdLst/>
            <a:ahLst/>
            <a:cxnLst/>
            <a:rect r="r" b="b" t="t" l="l"/>
            <a:pathLst>
              <a:path h="8980344" w="9814583">
                <a:moveTo>
                  <a:pt x="0" y="0"/>
                </a:moveTo>
                <a:lnTo>
                  <a:pt x="9814583" y="0"/>
                </a:lnTo>
                <a:lnTo>
                  <a:pt x="9814583" y="8980344"/>
                </a:lnTo>
                <a:lnTo>
                  <a:pt x="0" y="8980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28700" y="1618632"/>
            <a:ext cx="7049737" cy="7049737"/>
            <a:chOff x="0" y="0"/>
            <a:chExt cx="3241040" cy="3241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0160" y="12700"/>
              <a:ext cx="3228340" cy="186690"/>
            </a:xfrm>
            <a:custGeom>
              <a:avLst/>
              <a:gdLst/>
              <a:ahLst/>
              <a:cxnLst/>
              <a:rect r="r" b="b" t="t" l="l"/>
              <a:pathLst>
                <a:path h="186690" w="322834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3101340" y="0"/>
                  </a:lnTo>
                  <a:cubicBezTo>
                    <a:pt x="3171190" y="0"/>
                    <a:pt x="3228340" y="57150"/>
                    <a:pt x="3228340" y="127000"/>
                  </a:cubicBezTo>
                  <a:lnTo>
                    <a:pt x="3228340" y="186690"/>
                  </a:lnTo>
                  <a:cubicBezTo>
                    <a:pt x="3228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5173C2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" y="193040"/>
              <a:ext cx="3228340" cy="3041650"/>
            </a:xfrm>
            <a:custGeom>
              <a:avLst/>
              <a:gdLst/>
              <a:ahLst/>
              <a:cxnLst/>
              <a:rect r="r" b="b" t="t" l="l"/>
              <a:pathLst>
                <a:path h="3041650" w="3228340">
                  <a:moveTo>
                    <a:pt x="3101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3228340" y="0"/>
                  </a:lnTo>
                  <a:lnTo>
                    <a:pt x="3228340" y="2914650"/>
                  </a:lnTo>
                  <a:cubicBezTo>
                    <a:pt x="3228340" y="2985770"/>
                    <a:pt x="3171190" y="3041650"/>
                    <a:pt x="3101340" y="3041650"/>
                  </a:cubicBezTo>
                  <a:close/>
                </a:path>
              </a:pathLst>
            </a:custGeom>
            <a:solidFill>
              <a:srgbClr val="F6F7F7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" y="193040"/>
              <a:ext cx="3228340" cy="3041650"/>
            </a:xfrm>
            <a:custGeom>
              <a:avLst/>
              <a:gdLst/>
              <a:ahLst/>
              <a:cxnLst/>
              <a:rect r="r" b="b" t="t" l="l"/>
              <a:pathLst>
                <a:path h="3041650" w="3228340">
                  <a:moveTo>
                    <a:pt x="3101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3228340" y="0"/>
                  </a:lnTo>
                  <a:lnTo>
                    <a:pt x="3228340" y="2914650"/>
                  </a:lnTo>
                  <a:cubicBezTo>
                    <a:pt x="3228340" y="2985770"/>
                    <a:pt x="3171190" y="3041650"/>
                    <a:pt x="3101340" y="3041650"/>
                  </a:cubicBezTo>
                  <a:close/>
                </a:path>
              </a:pathLst>
            </a:custGeom>
            <a:blipFill>
              <a:blip r:embed="rId4"/>
              <a:stretch>
                <a:fillRect l="0" t="-3068" r="0" b="-3068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41040" cy="3241040"/>
            </a:xfrm>
            <a:custGeom>
              <a:avLst/>
              <a:gdLst/>
              <a:ahLst/>
              <a:cxnLst/>
              <a:rect r="r" b="b" t="t" l="l"/>
              <a:pathLst>
                <a:path h="3241040" w="3241040">
                  <a:moveTo>
                    <a:pt x="3107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3107690"/>
                  </a:lnTo>
                  <a:cubicBezTo>
                    <a:pt x="0" y="3181350"/>
                    <a:pt x="59690" y="3241040"/>
                    <a:pt x="133350" y="3241040"/>
                  </a:cubicBezTo>
                  <a:lnTo>
                    <a:pt x="3107690" y="3241040"/>
                  </a:lnTo>
                  <a:cubicBezTo>
                    <a:pt x="3181350" y="3241040"/>
                    <a:pt x="3241040" y="3181350"/>
                    <a:pt x="3241040" y="3107690"/>
                  </a:cubicBezTo>
                  <a:lnTo>
                    <a:pt x="3241040" y="133350"/>
                  </a:lnTo>
                  <a:cubicBezTo>
                    <a:pt x="3241040" y="59690"/>
                    <a:pt x="3181350" y="0"/>
                    <a:pt x="3107690" y="0"/>
                  </a:cubicBezTo>
                  <a:close/>
                  <a:moveTo>
                    <a:pt x="133350" y="12700"/>
                  </a:moveTo>
                  <a:lnTo>
                    <a:pt x="3107690" y="12700"/>
                  </a:lnTo>
                  <a:cubicBezTo>
                    <a:pt x="3173730" y="12700"/>
                    <a:pt x="3228340" y="67310"/>
                    <a:pt x="3228340" y="133350"/>
                  </a:cubicBezTo>
                  <a:lnTo>
                    <a:pt x="3228340" y="186690"/>
                  </a:ln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close/>
                  <a:moveTo>
                    <a:pt x="3107690" y="3228340"/>
                  </a:moveTo>
                  <a:lnTo>
                    <a:pt x="133350" y="3228340"/>
                  </a:lnTo>
                  <a:cubicBezTo>
                    <a:pt x="67310" y="3228340"/>
                    <a:pt x="12700" y="3173730"/>
                    <a:pt x="12700" y="3107690"/>
                  </a:cubicBezTo>
                  <a:lnTo>
                    <a:pt x="12700" y="199390"/>
                  </a:lnTo>
                  <a:lnTo>
                    <a:pt x="3228340" y="199390"/>
                  </a:lnTo>
                  <a:lnTo>
                    <a:pt x="3228340" y="3107690"/>
                  </a:lnTo>
                  <a:cubicBezTo>
                    <a:pt x="3228340" y="3175000"/>
                    <a:pt x="3175000" y="3228340"/>
                    <a:pt x="3107690" y="3228340"/>
                  </a:cubicBezTo>
                  <a:close/>
                </a:path>
              </a:pathLst>
            </a:custGeom>
            <a:solidFill>
              <a:srgbClr val="1D364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49860" y="73660"/>
              <a:ext cx="299720" cy="63500"/>
            </a:xfrm>
            <a:custGeom>
              <a:avLst/>
              <a:gdLst/>
              <a:ahLst/>
              <a:cxnLst/>
              <a:rect r="r" b="b" t="t" l="l"/>
              <a:pathLst>
                <a:path h="63500" w="29972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FF7DB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91820" y="88900"/>
              <a:ext cx="2508250" cy="33020"/>
            </a:xfrm>
            <a:custGeom>
              <a:avLst/>
              <a:gdLst/>
              <a:ahLst/>
              <a:cxnLst/>
              <a:rect r="r" b="b" t="t" l="l"/>
              <a:pathLst>
                <a:path h="33020" w="2508250">
                  <a:moveTo>
                    <a:pt x="2491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2491740" y="0"/>
                  </a:lnTo>
                  <a:cubicBezTo>
                    <a:pt x="2500630" y="0"/>
                    <a:pt x="2508250" y="7620"/>
                    <a:pt x="2508250" y="16510"/>
                  </a:cubicBezTo>
                  <a:lnTo>
                    <a:pt x="2508250" y="16510"/>
                  </a:lnTo>
                  <a:cubicBezTo>
                    <a:pt x="2506980" y="25400"/>
                    <a:pt x="2500630" y="33020"/>
                    <a:pt x="2491740" y="33020"/>
                  </a:cubicBezTo>
                  <a:close/>
                </a:path>
              </a:pathLst>
            </a:custGeom>
            <a:solidFill>
              <a:srgbClr val="5173C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209508" y="1713882"/>
            <a:ext cx="7302399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0"/>
              </a:lnSpc>
            </a:pPr>
            <a:r>
              <a:rPr lang="en-US" sz="6000">
                <a:solidFill>
                  <a:srgbClr val="1D364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 O XADREZ E O DESENVOLVIMENTO COGNITIVO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4396581"/>
            <a:ext cx="7731093" cy="5242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spc="-44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 que é o xadrez?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4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Jogo de estratégia para dois jogadores.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4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Baseado em planejamento e tomada de decisões.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4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Reconhecido como ferramenta educacional.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spc="-44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Benefícios do xadrez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4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Desenvolvimento do raciocínio lógico.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4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Melhora da concentração.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4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Estímulo da memória.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4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Aprimoramento da capacidade de resolver problemas.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4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Desenvolvimento do pensamento estratégico.</a:t>
            </a:r>
          </a:p>
          <a:p>
            <a:pPr algn="just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93982">
            <a:off x="-1607938" y="571398"/>
            <a:ext cx="26381647" cy="9596324"/>
          </a:xfrm>
          <a:custGeom>
            <a:avLst/>
            <a:gdLst/>
            <a:ahLst/>
            <a:cxnLst/>
            <a:rect r="r" b="b" t="t" l="l"/>
            <a:pathLst>
              <a:path h="9596324" w="26381647">
                <a:moveTo>
                  <a:pt x="0" y="0"/>
                </a:moveTo>
                <a:lnTo>
                  <a:pt x="26381647" y="0"/>
                </a:lnTo>
                <a:lnTo>
                  <a:pt x="26381647" y="9596324"/>
                </a:lnTo>
                <a:lnTo>
                  <a:pt x="0" y="95963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43150" y="3585586"/>
            <a:ext cx="14080671" cy="5344886"/>
            <a:chOff x="0" y="0"/>
            <a:chExt cx="3708490" cy="14077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08490" cy="1407707"/>
            </a:xfrm>
            <a:custGeom>
              <a:avLst/>
              <a:gdLst/>
              <a:ahLst/>
              <a:cxnLst/>
              <a:rect r="r" b="b" t="t" l="l"/>
              <a:pathLst>
                <a:path h="1407707" w="3708490">
                  <a:moveTo>
                    <a:pt x="0" y="0"/>
                  </a:moveTo>
                  <a:lnTo>
                    <a:pt x="3708490" y="0"/>
                  </a:lnTo>
                  <a:lnTo>
                    <a:pt x="3708490" y="1407707"/>
                  </a:lnTo>
                  <a:lnTo>
                    <a:pt x="0" y="1407707"/>
                  </a:lnTo>
                  <a:close/>
                </a:path>
              </a:pathLst>
            </a:custGeom>
            <a:solidFill>
              <a:srgbClr val="1D3642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08490" cy="1445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91393" y="3161043"/>
            <a:ext cx="14080671" cy="5344886"/>
            <a:chOff x="0" y="0"/>
            <a:chExt cx="3708490" cy="14077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08490" cy="1407707"/>
            </a:xfrm>
            <a:custGeom>
              <a:avLst/>
              <a:gdLst/>
              <a:ahLst/>
              <a:cxnLst/>
              <a:rect r="r" b="b" t="t" l="l"/>
              <a:pathLst>
                <a:path h="1407707" w="3708490">
                  <a:moveTo>
                    <a:pt x="0" y="0"/>
                  </a:moveTo>
                  <a:lnTo>
                    <a:pt x="3708490" y="0"/>
                  </a:lnTo>
                  <a:lnTo>
                    <a:pt x="3708490" y="1407707"/>
                  </a:lnTo>
                  <a:lnTo>
                    <a:pt x="0" y="1407707"/>
                  </a:lnTo>
                  <a:close/>
                </a:path>
              </a:pathLst>
            </a:custGeom>
            <a:solidFill>
              <a:srgbClr val="FFD14D"/>
            </a:solidFill>
            <a:ln w="38100" cap="sq">
              <a:solidFill>
                <a:srgbClr val="1D364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708490" cy="1445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2821608" y="3585586"/>
            <a:ext cx="3581940" cy="3567949"/>
            <a:chOff x="0" y="0"/>
            <a:chExt cx="6502400" cy="647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4"/>
              <a:stretch>
                <a:fillRect l="-24993" t="0" r="-24993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1D3642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7346524" y="3585586"/>
            <a:ext cx="3581940" cy="3567949"/>
            <a:chOff x="0" y="0"/>
            <a:chExt cx="6502400" cy="647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5"/>
              <a:stretch>
                <a:fillRect l="-26165" t="0" r="-26165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1D3642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1874926" y="3585586"/>
            <a:ext cx="3581940" cy="3567949"/>
            <a:chOff x="0" y="0"/>
            <a:chExt cx="6502400" cy="6477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6"/>
              <a:stretch>
                <a:fillRect l="-24965" t="0" r="-24965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1D364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-1069572" y="1190625"/>
            <a:ext cx="14347127" cy="126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6"/>
              </a:lnSpc>
            </a:pPr>
            <a:r>
              <a:rPr lang="en-US" sz="9394">
                <a:solidFill>
                  <a:srgbClr val="1D364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FASES DE UMA PARTIDA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03664" y="7403837"/>
            <a:ext cx="5036879" cy="46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0"/>
              </a:lnSpc>
            </a:pPr>
            <a:r>
              <a:rPr lang="en-US" sz="3475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Abertura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60989" y="7403837"/>
            <a:ext cx="4166021" cy="46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0"/>
              </a:lnSpc>
            </a:pPr>
            <a:r>
              <a:rPr lang="en-US" sz="3475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Meio-Jogo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82886" y="7403837"/>
            <a:ext cx="4166021" cy="46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0"/>
              </a:lnSpc>
            </a:pPr>
            <a:r>
              <a:rPr lang="en-US" sz="3475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Final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771072" y="1926300"/>
            <a:ext cx="6434400" cy="6434400"/>
            <a:chOff x="0" y="0"/>
            <a:chExt cx="3241040" cy="3241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160" y="12700"/>
              <a:ext cx="3228340" cy="186690"/>
            </a:xfrm>
            <a:custGeom>
              <a:avLst/>
              <a:gdLst/>
              <a:ahLst/>
              <a:cxnLst/>
              <a:rect r="r" b="b" t="t" l="l"/>
              <a:pathLst>
                <a:path h="186690" w="322834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3101340" y="0"/>
                  </a:lnTo>
                  <a:cubicBezTo>
                    <a:pt x="3171190" y="0"/>
                    <a:pt x="3228340" y="57150"/>
                    <a:pt x="3228340" y="127000"/>
                  </a:cubicBezTo>
                  <a:lnTo>
                    <a:pt x="3228340" y="186690"/>
                  </a:lnTo>
                  <a:cubicBezTo>
                    <a:pt x="3228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FFD14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" y="193040"/>
              <a:ext cx="3228340" cy="3041650"/>
            </a:xfrm>
            <a:custGeom>
              <a:avLst/>
              <a:gdLst/>
              <a:ahLst/>
              <a:cxnLst/>
              <a:rect r="r" b="b" t="t" l="l"/>
              <a:pathLst>
                <a:path h="3041650" w="3228340">
                  <a:moveTo>
                    <a:pt x="3101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3228340" y="0"/>
                  </a:lnTo>
                  <a:lnTo>
                    <a:pt x="3228340" y="2914650"/>
                  </a:lnTo>
                  <a:cubicBezTo>
                    <a:pt x="3228340" y="2985770"/>
                    <a:pt x="3171190" y="3041650"/>
                    <a:pt x="3101340" y="3041650"/>
                  </a:cubicBezTo>
                  <a:close/>
                </a:path>
              </a:pathLst>
            </a:custGeom>
            <a:solidFill>
              <a:srgbClr val="F6F7F7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" y="193040"/>
              <a:ext cx="3228340" cy="3041650"/>
            </a:xfrm>
            <a:custGeom>
              <a:avLst/>
              <a:gdLst/>
              <a:ahLst/>
              <a:cxnLst/>
              <a:rect r="r" b="b" t="t" l="l"/>
              <a:pathLst>
                <a:path h="3041650" w="3228340">
                  <a:moveTo>
                    <a:pt x="3101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3228340" y="0"/>
                  </a:lnTo>
                  <a:lnTo>
                    <a:pt x="3228340" y="2914650"/>
                  </a:lnTo>
                  <a:cubicBezTo>
                    <a:pt x="3228340" y="2985770"/>
                    <a:pt x="3171190" y="3041650"/>
                    <a:pt x="3101340" y="3041650"/>
                  </a:cubicBezTo>
                  <a:close/>
                </a:path>
              </a:pathLst>
            </a:custGeom>
            <a:blipFill>
              <a:blip r:embed="rId2"/>
              <a:stretch>
                <a:fillRect l="-20567" t="0" r="-20567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41040" cy="3241040"/>
            </a:xfrm>
            <a:custGeom>
              <a:avLst/>
              <a:gdLst/>
              <a:ahLst/>
              <a:cxnLst/>
              <a:rect r="r" b="b" t="t" l="l"/>
              <a:pathLst>
                <a:path h="3241040" w="3241040">
                  <a:moveTo>
                    <a:pt x="3107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3107690"/>
                  </a:lnTo>
                  <a:cubicBezTo>
                    <a:pt x="0" y="3181350"/>
                    <a:pt x="59690" y="3241040"/>
                    <a:pt x="133350" y="3241040"/>
                  </a:cubicBezTo>
                  <a:lnTo>
                    <a:pt x="3107690" y="3241040"/>
                  </a:lnTo>
                  <a:cubicBezTo>
                    <a:pt x="3181350" y="3241040"/>
                    <a:pt x="3241040" y="3181350"/>
                    <a:pt x="3241040" y="3107690"/>
                  </a:cubicBezTo>
                  <a:lnTo>
                    <a:pt x="3241040" y="133350"/>
                  </a:lnTo>
                  <a:cubicBezTo>
                    <a:pt x="3241040" y="59690"/>
                    <a:pt x="3181350" y="0"/>
                    <a:pt x="3107690" y="0"/>
                  </a:cubicBezTo>
                  <a:close/>
                  <a:moveTo>
                    <a:pt x="133350" y="12700"/>
                  </a:moveTo>
                  <a:lnTo>
                    <a:pt x="3107690" y="12700"/>
                  </a:lnTo>
                  <a:cubicBezTo>
                    <a:pt x="3173730" y="12700"/>
                    <a:pt x="3228340" y="67310"/>
                    <a:pt x="3228340" y="133350"/>
                  </a:cubicBezTo>
                  <a:lnTo>
                    <a:pt x="3228340" y="186690"/>
                  </a:ln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close/>
                  <a:moveTo>
                    <a:pt x="3107690" y="3228340"/>
                  </a:moveTo>
                  <a:lnTo>
                    <a:pt x="133350" y="3228340"/>
                  </a:lnTo>
                  <a:cubicBezTo>
                    <a:pt x="67310" y="3228340"/>
                    <a:pt x="12700" y="3173730"/>
                    <a:pt x="12700" y="3107690"/>
                  </a:cubicBezTo>
                  <a:lnTo>
                    <a:pt x="12700" y="199390"/>
                  </a:lnTo>
                  <a:lnTo>
                    <a:pt x="3228340" y="199390"/>
                  </a:lnTo>
                  <a:lnTo>
                    <a:pt x="3228340" y="3107690"/>
                  </a:lnTo>
                  <a:cubicBezTo>
                    <a:pt x="3228340" y="3175000"/>
                    <a:pt x="3175000" y="3228340"/>
                    <a:pt x="3107690" y="3228340"/>
                  </a:cubicBezTo>
                  <a:close/>
                </a:path>
              </a:pathLst>
            </a:custGeom>
            <a:solidFill>
              <a:srgbClr val="1D364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9860" y="73660"/>
              <a:ext cx="299720" cy="63500"/>
            </a:xfrm>
            <a:custGeom>
              <a:avLst/>
              <a:gdLst/>
              <a:ahLst/>
              <a:cxnLst/>
              <a:rect r="r" b="b" t="t" l="l"/>
              <a:pathLst>
                <a:path h="63500" w="29972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5173C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91820" y="88900"/>
              <a:ext cx="2508250" cy="33020"/>
            </a:xfrm>
            <a:custGeom>
              <a:avLst/>
              <a:gdLst/>
              <a:ahLst/>
              <a:cxnLst/>
              <a:rect r="r" b="b" t="t" l="l"/>
              <a:pathLst>
                <a:path h="33020" w="2508250">
                  <a:moveTo>
                    <a:pt x="2491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2491740" y="0"/>
                  </a:lnTo>
                  <a:cubicBezTo>
                    <a:pt x="2500630" y="0"/>
                    <a:pt x="2508250" y="7620"/>
                    <a:pt x="2508250" y="16510"/>
                  </a:cubicBezTo>
                  <a:lnTo>
                    <a:pt x="2508250" y="16510"/>
                  </a:lnTo>
                  <a:cubicBezTo>
                    <a:pt x="2506980" y="25400"/>
                    <a:pt x="2500630" y="33020"/>
                    <a:pt x="2491740" y="33020"/>
                  </a:cubicBezTo>
                  <a:close/>
                </a:path>
              </a:pathLst>
            </a:custGeom>
            <a:solidFill>
              <a:srgbClr val="FFD14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311366" y="1663796"/>
            <a:ext cx="5020426" cy="1858784"/>
            <a:chOff x="0" y="0"/>
            <a:chExt cx="5438141" cy="20134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38141" cy="2013441"/>
            </a:xfrm>
            <a:custGeom>
              <a:avLst/>
              <a:gdLst/>
              <a:ahLst/>
              <a:cxnLst/>
              <a:rect r="r" b="b" t="t" l="l"/>
              <a:pathLst>
                <a:path h="2013441" w="5438141">
                  <a:moveTo>
                    <a:pt x="0" y="0"/>
                  </a:moveTo>
                  <a:lnTo>
                    <a:pt x="5438141" y="0"/>
                  </a:lnTo>
                  <a:lnTo>
                    <a:pt x="5438141" y="2013441"/>
                  </a:lnTo>
                  <a:lnTo>
                    <a:pt x="0" y="2013441"/>
                  </a:lnTo>
                  <a:close/>
                </a:path>
              </a:pathLst>
            </a:custGeom>
            <a:solidFill>
              <a:srgbClr val="1D3642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438141" cy="2051541"/>
            </a:xfrm>
            <a:prstGeom prst="rect">
              <a:avLst/>
            </a:prstGeom>
          </p:spPr>
          <p:txBody>
            <a:bodyPr anchor="ctr" rtlCol="false" tIns="42165" lIns="42165" bIns="42165" rIns="42165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01524" y="1560571"/>
            <a:ext cx="4982023" cy="1776855"/>
            <a:chOff x="0" y="0"/>
            <a:chExt cx="5396543" cy="19246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96543" cy="1924695"/>
            </a:xfrm>
            <a:custGeom>
              <a:avLst/>
              <a:gdLst/>
              <a:ahLst/>
              <a:cxnLst/>
              <a:rect r="r" b="b" t="t" l="l"/>
              <a:pathLst>
                <a:path h="1924695" w="5396543">
                  <a:moveTo>
                    <a:pt x="0" y="0"/>
                  </a:moveTo>
                  <a:lnTo>
                    <a:pt x="5396543" y="0"/>
                  </a:lnTo>
                  <a:lnTo>
                    <a:pt x="5396543" y="1924695"/>
                  </a:lnTo>
                  <a:lnTo>
                    <a:pt x="0" y="1924695"/>
                  </a:lnTo>
                  <a:close/>
                </a:path>
              </a:pathLst>
            </a:custGeom>
            <a:solidFill>
              <a:srgbClr val="FED54A"/>
            </a:solidFill>
            <a:ln w="28575" cap="sq">
              <a:solidFill>
                <a:srgbClr val="1D364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396543" cy="1962795"/>
            </a:xfrm>
            <a:prstGeom prst="rect">
              <a:avLst/>
            </a:prstGeom>
          </p:spPr>
          <p:txBody>
            <a:bodyPr anchor="ctr" rtlCol="false" tIns="42165" lIns="42165" bIns="42165" rIns="42165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703167" y="4466220"/>
            <a:ext cx="9814583" cy="8980344"/>
          </a:xfrm>
          <a:custGeom>
            <a:avLst/>
            <a:gdLst/>
            <a:ahLst/>
            <a:cxnLst/>
            <a:rect r="r" b="b" t="t" l="l"/>
            <a:pathLst>
              <a:path h="8980344" w="9814583">
                <a:moveTo>
                  <a:pt x="0" y="0"/>
                </a:moveTo>
                <a:lnTo>
                  <a:pt x="9814584" y="0"/>
                </a:lnTo>
                <a:lnTo>
                  <a:pt x="9814584" y="8980344"/>
                </a:lnTo>
                <a:lnTo>
                  <a:pt x="0" y="89803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564826" y="2125794"/>
            <a:ext cx="4255420" cy="750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2"/>
              </a:lnSpc>
            </a:pPr>
            <a:r>
              <a:rPr lang="en-US" sz="5497">
                <a:solidFill>
                  <a:srgbClr val="1D364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PROBLEMA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94639" y="3698795"/>
            <a:ext cx="8364145" cy="5575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3454" indent="-416727" lvl="1">
              <a:lnSpc>
                <a:spcPts val="4902"/>
              </a:lnSpc>
              <a:buFont typeface="Arial"/>
              <a:buChar char="•"/>
            </a:pPr>
            <a:r>
              <a:rPr lang="en-US" sz="3860" spc="-243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Muitos jogadores estudam sem organização.</a:t>
            </a:r>
          </a:p>
          <a:p>
            <a:pPr algn="l" marL="833454" indent="-416727" lvl="1">
              <a:lnSpc>
                <a:spcPts val="4902"/>
              </a:lnSpc>
              <a:buFont typeface="Arial"/>
              <a:buChar char="•"/>
            </a:pPr>
            <a:r>
              <a:rPr lang="en-US" sz="3860" spc="-243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Falta de direcionamento para competições.</a:t>
            </a:r>
          </a:p>
          <a:p>
            <a:pPr algn="l" marL="833454" indent="-416727" lvl="1">
              <a:lnSpc>
                <a:spcPts val="4902"/>
              </a:lnSpc>
              <a:buFont typeface="Arial"/>
              <a:buChar char="•"/>
            </a:pPr>
            <a:r>
              <a:rPr lang="en-US" sz="3860" spc="-243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Conteúdo espalhado em diversas plataformas.</a:t>
            </a:r>
          </a:p>
          <a:p>
            <a:pPr algn="l" marL="833454" indent="-416727" lvl="1">
              <a:lnSpc>
                <a:spcPts val="4902"/>
              </a:lnSpc>
              <a:buFont typeface="Arial"/>
              <a:buChar char="•"/>
            </a:pPr>
            <a:r>
              <a:rPr lang="en-US" sz="3860" spc="-243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Dificuldade em acompanhar a evolução dos estudos.</a:t>
            </a:r>
          </a:p>
          <a:p>
            <a:pPr algn="l">
              <a:lnSpc>
                <a:spcPts val="4902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3179" y="2371326"/>
            <a:ext cx="5047838" cy="6958172"/>
          </a:xfrm>
          <a:custGeom>
            <a:avLst/>
            <a:gdLst/>
            <a:ahLst/>
            <a:cxnLst/>
            <a:rect r="r" b="b" t="t" l="l"/>
            <a:pathLst>
              <a:path h="6958172" w="5047838">
                <a:moveTo>
                  <a:pt x="0" y="0"/>
                </a:moveTo>
                <a:lnTo>
                  <a:pt x="5047837" y="0"/>
                </a:lnTo>
                <a:lnTo>
                  <a:pt x="5047837" y="6958173"/>
                </a:lnTo>
                <a:lnTo>
                  <a:pt x="0" y="6958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86020" y="1563519"/>
            <a:ext cx="9053782" cy="164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48"/>
              </a:lnSpc>
            </a:pPr>
            <a:r>
              <a:rPr lang="en-US" sz="12182" i="true">
                <a:solidFill>
                  <a:srgbClr val="FFD14D"/>
                </a:solidFill>
                <a:latin typeface="Chau Philomene Italics"/>
                <a:ea typeface="Chau Philomene Italics"/>
                <a:cs typeface="Chau Philomene Italics"/>
                <a:sym typeface="Chau Philomene Italics"/>
              </a:rPr>
              <a:t>PROJETO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887233" y="3925647"/>
            <a:ext cx="7051356" cy="5175802"/>
          </a:xfrm>
          <a:custGeom>
            <a:avLst/>
            <a:gdLst/>
            <a:ahLst/>
            <a:cxnLst/>
            <a:rect r="r" b="b" t="t" l="l"/>
            <a:pathLst>
              <a:path h="5175802" w="7051356">
                <a:moveTo>
                  <a:pt x="0" y="0"/>
                </a:moveTo>
                <a:lnTo>
                  <a:pt x="7051356" y="0"/>
                </a:lnTo>
                <a:lnTo>
                  <a:pt x="7051356" y="5175802"/>
                </a:lnTo>
                <a:lnTo>
                  <a:pt x="0" y="5175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0294" r="0" b="-7029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79039" y="3213325"/>
            <a:ext cx="4924352" cy="5881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3" indent="-367031" lvl="1">
              <a:lnSpc>
                <a:spcPts val="5236"/>
              </a:lnSpc>
              <a:buFont typeface="Arial"/>
              <a:buChar char="•"/>
            </a:pPr>
            <a:r>
              <a:rPr lang="en-US" sz="3400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Conteúdo teórico</a:t>
            </a:r>
          </a:p>
          <a:p>
            <a:pPr algn="l" marL="734063" indent="-367031" lvl="1">
              <a:lnSpc>
                <a:spcPts val="5236"/>
              </a:lnSpc>
              <a:buFont typeface="Arial"/>
              <a:buChar char="•"/>
            </a:pPr>
            <a:r>
              <a:rPr lang="en-US" sz="3400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Exercícios</a:t>
            </a:r>
          </a:p>
          <a:p>
            <a:pPr algn="l" marL="734063" indent="-367031" lvl="1">
              <a:lnSpc>
                <a:spcPts val="5236"/>
              </a:lnSpc>
              <a:buFont typeface="Arial"/>
              <a:buChar char="•"/>
            </a:pPr>
            <a:r>
              <a:rPr lang="en-US" sz="3400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Treinamento de fundamentos</a:t>
            </a:r>
          </a:p>
          <a:p>
            <a:pPr algn="l" marL="734063" indent="-367031" lvl="1">
              <a:lnSpc>
                <a:spcPts val="5236"/>
              </a:lnSpc>
              <a:buFont typeface="Arial"/>
              <a:buChar char="•"/>
            </a:pPr>
            <a:r>
              <a:rPr lang="en-US" sz="3400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Organização dos estudos</a:t>
            </a:r>
          </a:p>
          <a:p>
            <a:pPr algn="l" marL="734063" indent="-367031" lvl="1">
              <a:lnSpc>
                <a:spcPts val="5236"/>
              </a:lnSpc>
              <a:buFont typeface="Arial"/>
              <a:buChar char="•"/>
            </a:pPr>
            <a:r>
              <a:rPr lang="en-US" sz="3400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Acompanhamento do progresso</a:t>
            </a:r>
          </a:p>
          <a:p>
            <a:pPr algn="l">
              <a:lnSpc>
                <a:spcPts val="523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2029" y="-323333"/>
            <a:ext cx="14645436" cy="11745729"/>
          </a:xfrm>
          <a:custGeom>
            <a:avLst/>
            <a:gdLst/>
            <a:ahLst/>
            <a:cxnLst/>
            <a:rect r="r" b="b" t="t" l="l"/>
            <a:pathLst>
              <a:path h="11745729" w="14645436">
                <a:moveTo>
                  <a:pt x="0" y="0"/>
                </a:moveTo>
                <a:lnTo>
                  <a:pt x="14645436" y="0"/>
                </a:lnTo>
                <a:lnTo>
                  <a:pt x="14645436" y="11745729"/>
                </a:lnTo>
                <a:lnTo>
                  <a:pt x="0" y="117457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85855" y="1475104"/>
            <a:ext cx="6048628" cy="1645895"/>
            <a:chOff x="0" y="0"/>
            <a:chExt cx="5438141" cy="14797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8141" cy="1479775"/>
            </a:xfrm>
            <a:custGeom>
              <a:avLst/>
              <a:gdLst/>
              <a:ahLst/>
              <a:cxnLst/>
              <a:rect r="r" b="b" t="t" l="l"/>
              <a:pathLst>
                <a:path h="1479775" w="5438141">
                  <a:moveTo>
                    <a:pt x="0" y="0"/>
                  </a:moveTo>
                  <a:lnTo>
                    <a:pt x="5438141" y="0"/>
                  </a:lnTo>
                  <a:lnTo>
                    <a:pt x="5438141" y="1479775"/>
                  </a:lnTo>
                  <a:lnTo>
                    <a:pt x="0" y="1479775"/>
                  </a:lnTo>
                  <a:close/>
                </a:path>
              </a:pathLst>
            </a:custGeom>
            <a:solidFill>
              <a:srgbClr val="1D3642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38141" cy="151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053517" y="1350738"/>
            <a:ext cx="6002360" cy="1565736"/>
            <a:chOff x="0" y="0"/>
            <a:chExt cx="5396543" cy="14077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6543" cy="1407707"/>
            </a:xfrm>
            <a:custGeom>
              <a:avLst/>
              <a:gdLst/>
              <a:ahLst/>
              <a:cxnLst/>
              <a:rect r="r" b="b" t="t" l="l"/>
              <a:pathLst>
                <a:path h="1407707" w="5396543">
                  <a:moveTo>
                    <a:pt x="0" y="0"/>
                  </a:moveTo>
                  <a:lnTo>
                    <a:pt x="5396543" y="0"/>
                  </a:lnTo>
                  <a:lnTo>
                    <a:pt x="5396543" y="1407707"/>
                  </a:lnTo>
                  <a:lnTo>
                    <a:pt x="0" y="1407707"/>
                  </a:lnTo>
                  <a:close/>
                </a:path>
              </a:pathLst>
            </a:custGeom>
            <a:solidFill>
              <a:srgbClr val="191919"/>
            </a:solidFill>
            <a:ln w="38100" cap="sq">
              <a:solidFill>
                <a:srgbClr val="1D364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396543" cy="1445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618288">
            <a:off x="1462897" y="1228121"/>
            <a:ext cx="3694941" cy="6341826"/>
            <a:chOff x="0" y="0"/>
            <a:chExt cx="812800" cy="13950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395052"/>
            </a:xfrm>
            <a:custGeom>
              <a:avLst/>
              <a:gdLst/>
              <a:ahLst/>
              <a:cxnLst/>
              <a:rect r="r" b="b" t="t" l="l"/>
              <a:pathLst>
                <a:path h="1395052" w="812800">
                  <a:moveTo>
                    <a:pt x="48191" y="0"/>
                  </a:moveTo>
                  <a:lnTo>
                    <a:pt x="764609" y="0"/>
                  </a:lnTo>
                  <a:cubicBezTo>
                    <a:pt x="791224" y="0"/>
                    <a:pt x="812800" y="21576"/>
                    <a:pt x="812800" y="48191"/>
                  </a:cubicBezTo>
                  <a:lnTo>
                    <a:pt x="812800" y="1346861"/>
                  </a:lnTo>
                  <a:cubicBezTo>
                    <a:pt x="812800" y="1373476"/>
                    <a:pt x="791224" y="1395052"/>
                    <a:pt x="764609" y="1395052"/>
                  </a:cubicBezTo>
                  <a:lnTo>
                    <a:pt x="48191" y="1395052"/>
                  </a:lnTo>
                  <a:cubicBezTo>
                    <a:pt x="21576" y="1395052"/>
                    <a:pt x="0" y="1373476"/>
                    <a:pt x="0" y="1346861"/>
                  </a:cubicBezTo>
                  <a:lnTo>
                    <a:pt x="0" y="48191"/>
                  </a:lnTo>
                  <a:cubicBezTo>
                    <a:pt x="0" y="21576"/>
                    <a:pt x="21576" y="0"/>
                    <a:pt x="4819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538" r="0" b="-253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889058" y="5549531"/>
            <a:ext cx="6509884" cy="4503785"/>
            <a:chOff x="0" y="0"/>
            <a:chExt cx="1174842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4841" cy="812800"/>
            </a:xfrm>
            <a:custGeom>
              <a:avLst/>
              <a:gdLst/>
              <a:ahLst/>
              <a:cxnLst/>
              <a:rect r="r" b="b" t="t" l="l"/>
              <a:pathLst>
                <a:path h="812800" w="1174841">
                  <a:moveTo>
                    <a:pt x="27353" y="0"/>
                  </a:moveTo>
                  <a:lnTo>
                    <a:pt x="1147489" y="0"/>
                  </a:lnTo>
                  <a:cubicBezTo>
                    <a:pt x="1162595" y="0"/>
                    <a:pt x="1174841" y="12246"/>
                    <a:pt x="1174841" y="27353"/>
                  </a:cubicBezTo>
                  <a:lnTo>
                    <a:pt x="1174841" y="785447"/>
                  </a:lnTo>
                  <a:cubicBezTo>
                    <a:pt x="1174841" y="800554"/>
                    <a:pt x="1162595" y="812800"/>
                    <a:pt x="1147489" y="812800"/>
                  </a:cubicBezTo>
                  <a:lnTo>
                    <a:pt x="27353" y="812800"/>
                  </a:lnTo>
                  <a:cubicBezTo>
                    <a:pt x="12246" y="812800"/>
                    <a:pt x="0" y="800554"/>
                    <a:pt x="0" y="785447"/>
                  </a:cubicBezTo>
                  <a:lnTo>
                    <a:pt x="0" y="27353"/>
                  </a:lnTo>
                  <a:cubicBezTo>
                    <a:pt x="0" y="12246"/>
                    <a:pt x="12246" y="0"/>
                    <a:pt x="27353" y="0"/>
                  </a:cubicBezTo>
                  <a:close/>
                </a:path>
              </a:pathLst>
            </a:custGeom>
            <a:blipFill>
              <a:blip r:embed="rId5"/>
              <a:stretch>
                <a:fillRect l="-748" t="0" r="-748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92786">
            <a:off x="13046096" y="1317084"/>
            <a:ext cx="3909616" cy="6341826"/>
            <a:chOff x="0" y="0"/>
            <a:chExt cx="860023" cy="13950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0023" cy="1395052"/>
            </a:xfrm>
            <a:custGeom>
              <a:avLst/>
              <a:gdLst/>
              <a:ahLst/>
              <a:cxnLst/>
              <a:rect r="r" b="b" t="t" l="l"/>
              <a:pathLst>
                <a:path h="1395052" w="860023">
                  <a:moveTo>
                    <a:pt x="45545" y="0"/>
                  </a:moveTo>
                  <a:lnTo>
                    <a:pt x="814478" y="0"/>
                  </a:lnTo>
                  <a:cubicBezTo>
                    <a:pt x="839632" y="0"/>
                    <a:pt x="860023" y="20391"/>
                    <a:pt x="860023" y="45545"/>
                  </a:cubicBezTo>
                  <a:lnTo>
                    <a:pt x="860023" y="1349507"/>
                  </a:lnTo>
                  <a:cubicBezTo>
                    <a:pt x="860023" y="1374661"/>
                    <a:pt x="839632" y="1395052"/>
                    <a:pt x="814478" y="1395052"/>
                  </a:cubicBezTo>
                  <a:lnTo>
                    <a:pt x="45545" y="1395052"/>
                  </a:lnTo>
                  <a:cubicBezTo>
                    <a:pt x="20391" y="1395052"/>
                    <a:pt x="0" y="1374661"/>
                    <a:pt x="0" y="1349507"/>
                  </a:cubicBezTo>
                  <a:lnTo>
                    <a:pt x="0" y="45545"/>
                  </a:lnTo>
                  <a:cubicBezTo>
                    <a:pt x="0" y="20391"/>
                    <a:pt x="20391" y="0"/>
                    <a:pt x="45545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51" r="0" b="-25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359565" y="1570314"/>
            <a:ext cx="5568870" cy="13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sz="5000">
                <a:solidFill>
                  <a:srgbClr val="FFD14D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O QUE TEMOS ATÉ AGR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672192">
            <a:off x="-1246639" y="-2573946"/>
            <a:ext cx="20220283" cy="13977271"/>
          </a:xfrm>
          <a:custGeom>
            <a:avLst/>
            <a:gdLst/>
            <a:ahLst/>
            <a:cxnLst/>
            <a:rect r="r" b="b" t="t" l="l"/>
            <a:pathLst>
              <a:path h="13977271" w="20220283">
                <a:moveTo>
                  <a:pt x="0" y="0"/>
                </a:moveTo>
                <a:lnTo>
                  <a:pt x="20220283" y="0"/>
                </a:lnTo>
                <a:lnTo>
                  <a:pt x="20220283" y="13977271"/>
                </a:lnTo>
                <a:lnTo>
                  <a:pt x="0" y="1397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40342" y="1515913"/>
            <a:ext cx="7114007" cy="1645895"/>
            <a:chOff x="0" y="0"/>
            <a:chExt cx="6395991" cy="14797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95991" cy="1479775"/>
            </a:xfrm>
            <a:custGeom>
              <a:avLst/>
              <a:gdLst/>
              <a:ahLst/>
              <a:cxnLst/>
              <a:rect r="r" b="b" t="t" l="l"/>
              <a:pathLst>
                <a:path h="1479775" w="6395991">
                  <a:moveTo>
                    <a:pt x="0" y="0"/>
                  </a:moveTo>
                  <a:lnTo>
                    <a:pt x="6395991" y="0"/>
                  </a:lnTo>
                  <a:lnTo>
                    <a:pt x="6395991" y="1479775"/>
                  </a:lnTo>
                  <a:lnTo>
                    <a:pt x="0" y="1479775"/>
                  </a:lnTo>
                  <a:close/>
                </a:path>
              </a:pathLst>
            </a:custGeom>
            <a:solidFill>
              <a:srgbClr val="1D3642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395991" cy="151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08004" y="1391547"/>
            <a:ext cx="7014988" cy="1565736"/>
            <a:chOff x="0" y="0"/>
            <a:chExt cx="6306966" cy="14077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06967" cy="1407707"/>
            </a:xfrm>
            <a:custGeom>
              <a:avLst/>
              <a:gdLst/>
              <a:ahLst/>
              <a:cxnLst/>
              <a:rect r="r" b="b" t="t" l="l"/>
              <a:pathLst>
                <a:path h="1407707" w="6306967">
                  <a:moveTo>
                    <a:pt x="0" y="0"/>
                  </a:moveTo>
                  <a:lnTo>
                    <a:pt x="6306967" y="0"/>
                  </a:lnTo>
                  <a:lnTo>
                    <a:pt x="6306967" y="1407707"/>
                  </a:lnTo>
                  <a:lnTo>
                    <a:pt x="0" y="1407707"/>
                  </a:lnTo>
                  <a:close/>
                </a:path>
              </a:pathLst>
            </a:custGeom>
            <a:solidFill>
              <a:srgbClr val="FFD14D"/>
            </a:solidFill>
            <a:ln w="38100" cap="sq">
              <a:solidFill>
                <a:srgbClr val="1D364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306966" cy="1445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40342" y="4503679"/>
            <a:ext cx="8515561" cy="51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864" indent="-405932" lvl="1">
              <a:lnSpc>
                <a:spcPts val="5903"/>
              </a:lnSpc>
              <a:buFont typeface="Arial"/>
              <a:buChar char="•"/>
            </a:pPr>
            <a:r>
              <a:rPr lang="en-US" sz="3760" spc="15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Python</a:t>
            </a:r>
          </a:p>
          <a:p>
            <a:pPr algn="l" marL="811864" indent="-405932" lvl="1">
              <a:lnSpc>
                <a:spcPts val="5903"/>
              </a:lnSpc>
              <a:buFont typeface="Arial"/>
              <a:buChar char="•"/>
            </a:pPr>
            <a:r>
              <a:rPr lang="en-US" sz="3760" spc="15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Flask</a:t>
            </a:r>
          </a:p>
          <a:p>
            <a:pPr algn="l" marL="811864" indent="-405932" lvl="1">
              <a:lnSpc>
                <a:spcPts val="5903"/>
              </a:lnSpc>
              <a:buFont typeface="Arial"/>
              <a:buChar char="•"/>
            </a:pPr>
            <a:r>
              <a:rPr lang="en-US" sz="3760" spc="15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MySQL</a:t>
            </a:r>
          </a:p>
          <a:p>
            <a:pPr algn="l" marL="811864" indent="-405932" lvl="1">
              <a:lnSpc>
                <a:spcPts val="5903"/>
              </a:lnSpc>
              <a:buFont typeface="Arial"/>
              <a:buChar char="•"/>
            </a:pPr>
            <a:r>
              <a:rPr lang="en-US" sz="3760" spc="15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HTML</a:t>
            </a:r>
          </a:p>
          <a:p>
            <a:pPr algn="l" marL="811864" indent="-405932" lvl="1">
              <a:lnSpc>
                <a:spcPts val="5903"/>
              </a:lnSpc>
              <a:buFont typeface="Arial"/>
              <a:buChar char="•"/>
            </a:pPr>
            <a:r>
              <a:rPr lang="en-US" sz="3760" spc="15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CSS</a:t>
            </a:r>
          </a:p>
          <a:p>
            <a:pPr algn="l" marL="811864" indent="-405932" lvl="1">
              <a:lnSpc>
                <a:spcPts val="5903"/>
              </a:lnSpc>
              <a:buFont typeface="Arial"/>
              <a:buChar char="•"/>
            </a:pPr>
            <a:r>
              <a:rPr lang="en-US" sz="3760" spc="15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JavaScript</a:t>
            </a:r>
          </a:p>
          <a:p>
            <a:pPr algn="l" marL="811864" indent="-405932" lvl="1">
              <a:lnSpc>
                <a:spcPts val="5903"/>
              </a:lnSpc>
              <a:buFont typeface="Arial"/>
              <a:buChar char="•"/>
            </a:pPr>
            <a:r>
              <a:rPr lang="en-US" sz="3760" spc="15">
                <a:solidFill>
                  <a:srgbClr val="1D364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Bootstrap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8971" y="1872790"/>
            <a:ext cx="764660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spc="205">
                <a:solidFill>
                  <a:srgbClr val="1D364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TECNOLOGIAS USADAS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60080">
            <a:off x="-1414308" y="-864772"/>
            <a:ext cx="10192060" cy="9924518"/>
          </a:xfrm>
          <a:custGeom>
            <a:avLst/>
            <a:gdLst/>
            <a:ahLst/>
            <a:cxnLst/>
            <a:rect r="r" b="b" t="t" l="l"/>
            <a:pathLst>
              <a:path h="9924518" w="10192060">
                <a:moveTo>
                  <a:pt x="0" y="0"/>
                </a:moveTo>
                <a:lnTo>
                  <a:pt x="10192060" y="0"/>
                </a:lnTo>
                <a:lnTo>
                  <a:pt x="10192060" y="9924518"/>
                </a:lnTo>
                <a:lnTo>
                  <a:pt x="0" y="9924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81075"/>
            <a:ext cx="7646606" cy="2706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97"/>
              </a:lnSpc>
            </a:pPr>
            <a:r>
              <a:rPr lang="en-US" sz="8569" spc="351">
                <a:solidFill>
                  <a:srgbClr val="1D364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PROGRESSO ATUAL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071358" y="654575"/>
            <a:ext cx="11114118" cy="101242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308144">
            <a:off x="-586839" y="-6000463"/>
            <a:ext cx="20536506" cy="21171656"/>
          </a:xfrm>
          <a:custGeom>
            <a:avLst/>
            <a:gdLst/>
            <a:ahLst/>
            <a:cxnLst/>
            <a:rect r="r" b="b" t="t" l="l"/>
            <a:pathLst>
              <a:path h="21171656" w="20536506">
                <a:moveTo>
                  <a:pt x="0" y="0"/>
                </a:moveTo>
                <a:lnTo>
                  <a:pt x="20536506" y="0"/>
                </a:lnTo>
                <a:lnTo>
                  <a:pt x="20536506" y="21171656"/>
                </a:lnTo>
                <a:lnTo>
                  <a:pt x="0" y="21171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7522" y="6394013"/>
            <a:ext cx="6714264" cy="2718471"/>
            <a:chOff x="0" y="0"/>
            <a:chExt cx="5754637" cy="23299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54637" cy="2329937"/>
            </a:xfrm>
            <a:custGeom>
              <a:avLst/>
              <a:gdLst/>
              <a:ahLst/>
              <a:cxnLst/>
              <a:rect r="r" b="b" t="t" l="l"/>
              <a:pathLst>
                <a:path h="2329937" w="5754637">
                  <a:moveTo>
                    <a:pt x="0" y="0"/>
                  </a:moveTo>
                  <a:lnTo>
                    <a:pt x="5754637" y="0"/>
                  </a:lnTo>
                  <a:lnTo>
                    <a:pt x="5754637" y="2329937"/>
                  </a:lnTo>
                  <a:lnTo>
                    <a:pt x="0" y="2329937"/>
                  </a:lnTo>
                  <a:close/>
                </a:path>
              </a:pathLst>
            </a:custGeom>
            <a:solidFill>
              <a:srgbClr val="1D3642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754637" cy="2368037"/>
            </a:xfrm>
            <a:prstGeom prst="rect">
              <a:avLst/>
            </a:prstGeom>
          </p:spPr>
          <p:txBody>
            <a:bodyPr anchor="ctr" rtlCol="false" tIns="77283" lIns="77283" bIns="77283" rIns="77283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6263554"/>
            <a:ext cx="6565443" cy="2575574"/>
            <a:chOff x="0" y="0"/>
            <a:chExt cx="5627086" cy="2207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27086" cy="2207464"/>
            </a:xfrm>
            <a:custGeom>
              <a:avLst/>
              <a:gdLst/>
              <a:ahLst/>
              <a:cxnLst/>
              <a:rect r="r" b="b" t="t" l="l"/>
              <a:pathLst>
                <a:path h="2207464" w="5627086">
                  <a:moveTo>
                    <a:pt x="0" y="0"/>
                  </a:moveTo>
                  <a:lnTo>
                    <a:pt x="5627086" y="0"/>
                  </a:lnTo>
                  <a:lnTo>
                    <a:pt x="5627086" y="2207464"/>
                  </a:lnTo>
                  <a:lnTo>
                    <a:pt x="0" y="2207464"/>
                  </a:lnTo>
                  <a:close/>
                </a:path>
              </a:pathLst>
            </a:custGeom>
            <a:solidFill>
              <a:srgbClr val="FFD14D"/>
            </a:solidFill>
            <a:ln w="57150" cap="sq">
              <a:solidFill>
                <a:srgbClr val="1D364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627086" cy="2245564"/>
            </a:xfrm>
            <a:prstGeom prst="rect">
              <a:avLst/>
            </a:prstGeom>
          </p:spPr>
          <p:txBody>
            <a:bodyPr anchor="ctr" rtlCol="false" tIns="77283" lIns="77283" bIns="77283" rIns="77283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638180" y="1028700"/>
            <a:ext cx="5864418" cy="8083784"/>
          </a:xfrm>
          <a:custGeom>
            <a:avLst/>
            <a:gdLst/>
            <a:ahLst/>
            <a:cxnLst/>
            <a:rect r="r" b="b" t="t" l="l"/>
            <a:pathLst>
              <a:path h="8083784" w="5864418">
                <a:moveTo>
                  <a:pt x="0" y="0"/>
                </a:moveTo>
                <a:lnTo>
                  <a:pt x="5864418" y="0"/>
                </a:lnTo>
                <a:lnTo>
                  <a:pt x="5864418" y="8083784"/>
                </a:lnTo>
                <a:lnTo>
                  <a:pt x="0" y="808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18956" y="6764195"/>
            <a:ext cx="5272575" cy="152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1"/>
              </a:lnSpc>
            </a:pPr>
            <a:r>
              <a:rPr lang="en-US" sz="4826" spc="197">
                <a:solidFill>
                  <a:srgbClr val="1D364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CONSIDERAÇÕES FINAIS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38180" y="2074835"/>
            <a:ext cx="5539083" cy="646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710"/>
              </a:lnSpc>
              <a:buFont typeface="Arial"/>
              <a:buChar char="•"/>
            </a:pPr>
            <a:r>
              <a:rPr lang="en-US" sz="3000" spc="1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 principal desenvolvido.</a:t>
            </a:r>
          </a:p>
          <a:p>
            <a:pPr algn="l" marL="647700" indent="-323850" lvl="1">
              <a:lnSpc>
                <a:spcPts val="4710"/>
              </a:lnSpc>
              <a:buFont typeface="Arial"/>
              <a:buChar char="•"/>
            </a:pPr>
            <a:r>
              <a:rPr lang="en-US" sz="3000" spc="1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Conteúdos e exercícios em expansão.</a:t>
            </a:r>
          </a:p>
          <a:p>
            <a:pPr algn="l" marL="647700" indent="-323850" lvl="1">
              <a:lnSpc>
                <a:spcPts val="4710"/>
              </a:lnSpc>
              <a:buFont typeface="Arial"/>
              <a:buChar char="•"/>
            </a:pPr>
            <a:r>
              <a:rPr lang="en-US" sz="3000" spc="1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Realização de testes e correção de erros.</a:t>
            </a:r>
          </a:p>
          <a:p>
            <a:pPr algn="l" marL="647700" indent="-323850" lvl="1">
              <a:lnSpc>
                <a:spcPts val="4710"/>
              </a:lnSpc>
              <a:buFont typeface="Arial"/>
              <a:buChar char="•"/>
            </a:pPr>
            <a:r>
              <a:rPr lang="en-US" sz="3000" spc="1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Implementação completa do acompanhamento de desempenho.</a:t>
            </a:r>
          </a:p>
          <a:p>
            <a:pPr algn="l" marL="647700" indent="-323850" lvl="1">
              <a:lnSpc>
                <a:spcPts val="4710"/>
              </a:lnSpc>
              <a:buFont typeface="Arial"/>
              <a:buChar char="•"/>
            </a:pPr>
            <a:r>
              <a:rPr lang="en-US" sz="3000" spc="1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Finalização da plataforma para apresentação do TCC.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5212" y="5859529"/>
            <a:ext cx="4730702" cy="4730702"/>
          </a:xfrm>
          <a:custGeom>
            <a:avLst/>
            <a:gdLst/>
            <a:ahLst/>
            <a:cxnLst/>
            <a:rect r="r" b="b" t="t" l="l"/>
            <a:pathLst>
              <a:path h="4730702" w="4730702">
                <a:moveTo>
                  <a:pt x="0" y="0"/>
                </a:moveTo>
                <a:lnTo>
                  <a:pt x="4730702" y="0"/>
                </a:lnTo>
                <a:lnTo>
                  <a:pt x="4730702" y="4730702"/>
                </a:lnTo>
                <a:lnTo>
                  <a:pt x="0" y="4730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93417" y="1762691"/>
            <a:ext cx="11101165" cy="6761619"/>
          </a:xfrm>
          <a:custGeom>
            <a:avLst/>
            <a:gdLst/>
            <a:ahLst/>
            <a:cxnLst/>
            <a:rect r="r" b="b" t="t" l="l"/>
            <a:pathLst>
              <a:path h="6761619" w="11101165">
                <a:moveTo>
                  <a:pt x="0" y="0"/>
                </a:moveTo>
                <a:lnTo>
                  <a:pt x="11101166" y="0"/>
                </a:lnTo>
                <a:lnTo>
                  <a:pt x="11101166" y="6761618"/>
                </a:lnTo>
                <a:lnTo>
                  <a:pt x="0" y="67616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02713" y="4627542"/>
            <a:ext cx="9882573" cy="181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30"/>
              </a:lnSpc>
            </a:pPr>
            <a:r>
              <a:rPr lang="en-US" sz="13330">
                <a:solidFill>
                  <a:srgbClr val="1D3642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DAHMkiiCmhc</dc:identifier>
  <dcterms:modified xsi:type="dcterms:W3CDTF">2011-08-01T06:04:30Z</dcterms:modified>
  <cp:revision>1</cp:revision>
  <dc:title>Primeiro Lance - Apresentação Inicial</dc:title>
</cp:coreProperties>
</file>